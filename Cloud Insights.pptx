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3" r:id="rId5"/>
    <p:sldId id="266" r:id="rId6"/>
    <p:sldId id="267" r:id="rId7"/>
    <p:sldId id="270" r:id="rId8"/>
    <p:sldId id="271" r:id="rId9"/>
    <p:sldId id="272" r:id="rId10"/>
    <p:sldId id="268" r:id="rId11"/>
    <p:sldId id="259" r:id="rId12"/>
    <p:sldId id="260" r:id="rId13"/>
    <p:sldId id="261" r:id="rId14"/>
    <p:sldId id="262" r:id="rId15"/>
    <p:sldId id="263" r:id="rId16"/>
    <p:sldId id="264"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Cloud Insights</a:t>
            </a:r>
            <a:endParaRPr lang="en-IN" b="1" dirty="0"/>
          </a:p>
        </p:txBody>
      </p:sp>
      <p:sp>
        <p:nvSpPr>
          <p:cNvPr id="3" name="Subtitle 2"/>
          <p:cNvSpPr>
            <a:spLocks noGrp="1"/>
          </p:cNvSpPr>
          <p:nvPr>
            <p:ph type="subTitle" idx="1"/>
          </p:nvPr>
        </p:nvSpPr>
        <p:spPr>
          <a:xfrm>
            <a:off x="2589213" y="4777379"/>
            <a:ext cx="8915399" cy="1813202"/>
          </a:xfrm>
        </p:spPr>
        <p:txBody>
          <a:bodyPr>
            <a:normAutofit fontScale="92500" lnSpcReduction="10000"/>
          </a:bodyPr>
          <a:lstStyle/>
          <a:p>
            <a:r>
              <a:rPr lang="en-US" dirty="0" smtClean="0"/>
              <a:t>By </a:t>
            </a:r>
          </a:p>
          <a:p>
            <a:r>
              <a:rPr lang="en-US" dirty="0" smtClean="0"/>
              <a:t>NITHIN S V</a:t>
            </a:r>
          </a:p>
          <a:p>
            <a:r>
              <a:rPr lang="en-US" dirty="0" smtClean="0"/>
              <a:t>MCA S6 </a:t>
            </a:r>
          </a:p>
          <a:p>
            <a:r>
              <a:rPr lang="en-US" dirty="0" smtClean="0"/>
              <a:t>TKM19MCA017</a:t>
            </a:r>
          </a:p>
          <a:p>
            <a:r>
              <a:rPr lang="en-US" dirty="0" smtClean="0"/>
              <a:t>Project Guide: Assoc. Prof. </a:t>
            </a:r>
            <a:r>
              <a:rPr lang="en-US" dirty="0" err="1" smtClean="0"/>
              <a:t>Vaheetha</a:t>
            </a:r>
            <a:r>
              <a:rPr lang="en-US" dirty="0" smtClean="0"/>
              <a:t> Salam</a:t>
            </a:r>
            <a:endParaRPr lang="en-IN" dirty="0"/>
          </a:p>
        </p:txBody>
      </p:sp>
    </p:spTree>
    <p:extLst>
      <p:ext uri="{BB962C8B-B14F-4D97-AF65-F5344CB8AC3E}">
        <p14:creationId xmlns:p14="http://schemas.microsoft.com/office/powerpoint/2010/main" val="361882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a:t>
            </a:r>
            <a:endParaRPr lang="en-IN" b="1" dirty="0"/>
          </a:p>
        </p:txBody>
      </p:sp>
      <p:sp>
        <p:nvSpPr>
          <p:cNvPr id="3" name="Content Placeholder 2"/>
          <p:cNvSpPr>
            <a:spLocks noGrp="1"/>
          </p:cNvSpPr>
          <p:nvPr>
            <p:ph idx="1"/>
          </p:nvPr>
        </p:nvSpPr>
        <p:spPr/>
        <p:txBody>
          <a:bodyPr/>
          <a:lstStyle/>
          <a:p>
            <a:r>
              <a:rPr lang="en-US" dirty="0" smtClean="0"/>
              <a:t>Introduction</a:t>
            </a:r>
          </a:p>
          <a:p>
            <a:r>
              <a:rPr lang="en-US" dirty="0" smtClean="0"/>
              <a:t>Purpose</a:t>
            </a:r>
          </a:p>
          <a:p>
            <a:r>
              <a:rPr lang="en-US" dirty="0"/>
              <a:t>Features and </a:t>
            </a:r>
            <a:r>
              <a:rPr lang="en-US" dirty="0" smtClean="0"/>
              <a:t>Functions</a:t>
            </a:r>
          </a:p>
          <a:p>
            <a:r>
              <a:rPr lang="en-US" dirty="0" smtClean="0"/>
              <a:t>Tools and </a:t>
            </a:r>
            <a:r>
              <a:rPr lang="en-US" dirty="0" smtClean="0"/>
              <a:t>Technology</a:t>
            </a:r>
          </a:p>
          <a:p>
            <a:r>
              <a:rPr lang="en-US" dirty="0" smtClean="0"/>
              <a:t>Methodology</a:t>
            </a:r>
            <a:endParaRPr lang="en-US" dirty="0" smtClean="0"/>
          </a:p>
          <a:p>
            <a:r>
              <a:rPr lang="en-US" dirty="0" smtClean="0"/>
              <a:t>Screenshots</a:t>
            </a:r>
          </a:p>
        </p:txBody>
      </p:sp>
    </p:spTree>
    <p:extLst>
      <p:ext uri="{BB962C8B-B14F-4D97-AF65-F5344CB8AC3E}">
        <p14:creationId xmlns:p14="http://schemas.microsoft.com/office/powerpoint/2010/main" val="3770816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IN" b="1" dirty="0"/>
          </a:p>
        </p:txBody>
      </p:sp>
      <p:sp>
        <p:nvSpPr>
          <p:cNvPr id="3" name="Content Placeholder 2"/>
          <p:cNvSpPr>
            <a:spLocks noGrp="1"/>
          </p:cNvSpPr>
          <p:nvPr>
            <p:ph idx="1"/>
          </p:nvPr>
        </p:nvSpPr>
        <p:spPr/>
        <p:txBody>
          <a:bodyPr/>
          <a:lstStyle/>
          <a:p>
            <a:pPr marL="0" indent="0" algn="just">
              <a:lnSpc>
                <a:spcPct val="150000"/>
              </a:lnSpc>
              <a:buNone/>
            </a:pPr>
            <a:r>
              <a:rPr lang="en-US" dirty="0" smtClean="0"/>
              <a:t>Cloud Insights is a platform to monitor and analyze usage cost of cloud platforms in one place. It helps in monitoring and analyze different cloud platform usages in one single application.</a:t>
            </a:r>
            <a:endParaRPr lang="en-IN" dirty="0"/>
          </a:p>
        </p:txBody>
      </p:sp>
    </p:spTree>
    <p:extLst>
      <p:ext uri="{BB962C8B-B14F-4D97-AF65-F5344CB8AC3E}">
        <p14:creationId xmlns:p14="http://schemas.microsoft.com/office/powerpoint/2010/main" val="3739690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Problem Statement</a:t>
            </a:r>
            <a:endParaRPr lang="en-IN" dirty="0"/>
          </a:p>
        </p:txBody>
      </p:sp>
      <p:sp>
        <p:nvSpPr>
          <p:cNvPr id="3" name="Content Placeholder 2"/>
          <p:cNvSpPr>
            <a:spLocks noGrp="1"/>
          </p:cNvSpPr>
          <p:nvPr>
            <p:ph idx="1"/>
          </p:nvPr>
        </p:nvSpPr>
        <p:spPr/>
        <p:txBody>
          <a:bodyPr/>
          <a:lstStyle/>
          <a:p>
            <a:pPr marL="0" indent="0">
              <a:lnSpc>
                <a:spcPct val="150000"/>
              </a:lnSpc>
              <a:buNone/>
            </a:pPr>
            <a:r>
              <a:rPr lang="en-IN" dirty="0"/>
              <a:t>Although cloud services come with a monitoring and analysis dashboard, it lacks the capacity to show the status of several cloud services on the same platform. It's tough to monitor and keep track of each application's usage when you have many accounts on different platforms. This will result in ineffective cost management and resource management.</a:t>
            </a:r>
          </a:p>
        </p:txBody>
      </p:sp>
    </p:spTree>
    <p:extLst>
      <p:ext uri="{BB962C8B-B14F-4D97-AF65-F5344CB8AC3E}">
        <p14:creationId xmlns:p14="http://schemas.microsoft.com/office/powerpoint/2010/main" val="457634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Purpose</a:t>
            </a:r>
            <a:endParaRPr lang="en-IN" b="1" dirty="0"/>
          </a:p>
        </p:txBody>
      </p:sp>
      <p:sp>
        <p:nvSpPr>
          <p:cNvPr id="3" name="Content Placeholder 2"/>
          <p:cNvSpPr>
            <a:spLocks noGrp="1"/>
          </p:cNvSpPr>
          <p:nvPr>
            <p:ph idx="1"/>
          </p:nvPr>
        </p:nvSpPr>
        <p:spPr/>
        <p:txBody>
          <a:bodyPr/>
          <a:lstStyle/>
          <a:p>
            <a:pPr>
              <a:lnSpc>
                <a:spcPct val="150000"/>
              </a:lnSpc>
            </a:pPr>
            <a:r>
              <a:rPr lang="en-IN" dirty="0" smtClean="0"/>
              <a:t>As organization has different accounts in different cloud platforms, it is difficult to monitor the amount of cost utilized by the resource. </a:t>
            </a:r>
          </a:p>
          <a:p>
            <a:pPr>
              <a:lnSpc>
                <a:spcPct val="150000"/>
              </a:lnSpc>
            </a:pPr>
            <a:r>
              <a:rPr lang="en-IN" dirty="0" smtClean="0"/>
              <a:t>Cloud Insights helps in monitor and maintain all the cloud platform accounts in one place.</a:t>
            </a:r>
          </a:p>
          <a:p>
            <a:pPr>
              <a:lnSpc>
                <a:spcPct val="150000"/>
              </a:lnSpc>
            </a:pPr>
            <a:r>
              <a:rPr lang="en-IN" dirty="0" smtClean="0"/>
              <a:t>This will increasing the effective control over the usage of cloud resources.</a:t>
            </a:r>
          </a:p>
        </p:txBody>
      </p:sp>
    </p:spTree>
    <p:extLst>
      <p:ext uri="{BB962C8B-B14F-4D97-AF65-F5344CB8AC3E}">
        <p14:creationId xmlns:p14="http://schemas.microsoft.com/office/powerpoint/2010/main" val="1270866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Features and </a:t>
            </a:r>
            <a:r>
              <a:rPr lang="en-US" b="1" dirty="0" smtClean="0"/>
              <a:t>Functions</a:t>
            </a:r>
            <a:r>
              <a:rPr lang="en-US" dirty="0" smtClean="0"/>
              <a:t/>
            </a:r>
            <a:br>
              <a:rPr lang="en-US" dirty="0" smtClean="0"/>
            </a:br>
            <a:endParaRPr lang="en-IN" dirty="0"/>
          </a:p>
        </p:txBody>
      </p:sp>
      <p:sp>
        <p:nvSpPr>
          <p:cNvPr id="3" name="Content Placeholder 2"/>
          <p:cNvSpPr>
            <a:spLocks noGrp="1"/>
          </p:cNvSpPr>
          <p:nvPr>
            <p:ph idx="1"/>
          </p:nvPr>
        </p:nvSpPr>
        <p:spPr/>
        <p:txBody>
          <a:bodyPr/>
          <a:lstStyle/>
          <a:p>
            <a:pPr>
              <a:lnSpc>
                <a:spcPct val="150000"/>
              </a:lnSpc>
            </a:pPr>
            <a:r>
              <a:rPr lang="en-IN" dirty="0" smtClean="0"/>
              <a:t>Monitor and analyse multiple </a:t>
            </a:r>
            <a:r>
              <a:rPr lang="en-IN" dirty="0" smtClean="0"/>
              <a:t>accounts</a:t>
            </a:r>
          </a:p>
          <a:p>
            <a:pPr>
              <a:lnSpc>
                <a:spcPct val="150000"/>
              </a:lnSpc>
            </a:pPr>
            <a:r>
              <a:rPr lang="en-IN" dirty="0"/>
              <a:t>Capacity and Resource </a:t>
            </a:r>
            <a:r>
              <a:rPr lang="en-IN" dirty="0" smtClean="0"/>
              <a:t>Planning</a:t>
            </a:r>
            <a:endParaRPr lang="en-IN" dirty="0" smtClean="0"/>
          </a:p>
          <a:p>
            <a:pPr>
              <a:lnSpc>
                <a:spcPct val="150000"/>
              </a:lnSpc>
            </a:pPr>
            <a:r>
              <a:rPr lang="en-IN" dirty="0" smtClean="0"/>
              <a:t>Configure thresholds up to resource level</a:t>
            </a:r>
          </a:p>
          <a:p>
            <a:pPr>
              <a:lnSpc>
                <a:spcPct val="150000"/>
              </a:lnSpc>
            </a:pPr>
            <a:r>
              <a:rPr lang="en-IN" dirty="0" smtClean="0"/>
              <a:t>Can add notifications up to resource level</a:t>
            </a:r>
          </a:p>
          <a:p>
            <a:pPr>
              <a:lnSpc>
                <a:spcPct val="150000"/>
              </a:lnSpc>
            </a:pPr>
            <a:r>
              <a:rPr lang="en-IN" dirty="0" smtClean="0"/>
              <a:t>User management</a:t>
            </a:r>
          </a:p>
          <a:p>
            <a:pPr marL="0" indent="0">
              <a:buNone/>
            </a:pPr>
            <a:endParaRPr lang="en-IN" dirty="0"/>
          </a:p>
        </p:txBody>
      </p:sp>
    </p:spTree>
    <p:extLst>
      <p:ext uri="{BB962C8B-B14F-4D97-AF65-F5344CB8AC3E}">
        <p14:creationId xmlns:p14="http://schemas.microsoft.com/office/powerpoint/2010/main" val="16393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Tools and Technology</a:t>
            </a:r>
            <a:endParaRPr lang="en-IN" b="1" dirty="0"/>
          </a:p>
        </p:txBody>
      </p:sp>
      <p:sp>
        <p:nvSpPr>
          <p:cNvPr id="5" name="Google Shape;1735;p29"/>
          <p:cNvSpPr txBox="1">
            <a:spLocks/>
          </p:cNvSpPr>
          <p:nvPr/>
        </p:nvSpPr>
        <p:spPr>
          <a:xfrm>
            <a:off x="2829464" y="2364863"/>
            <a:ext cx="2563500" cy="1347600"/>
          </a:xfrm>
          <a:prstGeom prst="rect">
            <a:avLst/>
          </a:prstGeom>
        </p:spPr>
        <p:txBody>
          <a:bodyPr spcFirstLastPara="1" vert="horz" wrap="square" lIns="0" tIns="0" rIns="0" bIns="0" rtlCol="0" anchor="t" anchorCtr="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600"/>
              </a:spcBef>
              <a:buFont typeface="Wingdings 3" charset="2"/>
              <a:buNone/>
            </a:pPr>
            <a:r>
              <a:rPr lang="en-US" b="1" dirty="0" smtClean="0"/>
              <a:t>Front end</a:t>
            </a:r>
          </a:p>
          <a:p>
            <a:pPr marL="0" indent="0">
              <a:spcBef>
                <a:spcPts val="600"/>
              </a:spcBef>
              <a:buFont typeface="Wingdings 3" charset="2"/>
              <a:buNone/>
            </a:pPr>
            <a:r>
              <a:rPr lang="en-US" sz="1200" dirty="0" smtClean="0"/>
              <a:t>Angular (version 11)</a:t>
            </a:r>
          </a:p>
          <a:p>
            <a:pPr marL="0" indent="0">
              <a:spcBef>
                <a:spcPts val="600"/>
              </a:spcBef>
              <a:buFont typeface="Wingdings 3" charset="2"/>
              <a:buNone/>
            </a:pPr>
            <a:r>
              <a:rPr lang="en-US" sz="1200" dirty="0" smtClean="0"/>
              <a:t>Material Angular </a:t>
            </a:r>
            <a:endParaRPr lang="en-US" sz="1200" dirty="0"/>
          </a:p>
          <a:p>
            <a:pPr marL="0" indent="0">
              <a:spcBef>
                <a:spcPts val="600"/>
              </a:spcBef>
              <a:buFont typeface="Wingdings 3" charset="2"/>
              <a:buNone/>
            </a:pPr>
            <a:r>
              <a:rPr lang="en-US" sz="1200" dirty="0" smtClean="0"/>
              <a:t>Bootstrap (v4.6)</a:t>
            </a:r>
            <a:endParaRPr lang="en-US" sz="1200" dirty="0"/>
          </a:p>
        </p:txBody>
      </p:sp>
      <p:sp>
        <p:nvSpPr>
          <p:cNvPr id="6" name="Google Shape;1736;p29"/>
          <p:cNvSpPr txBox="1">
            <a:spLocks/>
          </p:cNvSpPr>
          <p:nvPr/>
        </p:nvSpPr>
        <p:spPr>
          <a:xfrm>
            <a:off x="5662514" y="2364863"/>
            <a:ext cx="2563500" cy="1347600"/>
          </a:xfrm>
          <a:prstGeom prst="rect">
            <a:avLst/>
          </a:prstGeom>
        </p:spPr>
        <p:txBody>
          <a:bodyPr spcFirstLastPara="1" wrap="square" lIns="0" tIns="0" rIns="0" bIns="0" anchor="t" anchorCtr="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600"/>
              </a:spcBef>
              <a:buFont typeface="Wingdings 3" charset="2"/>
              <a:buNone/>
            </a:pPr>
            <a:r>
              <a:rPr lang="en-US" b="1" dirty="0" smtClean="0"/>
              <a:t>Backend</a:t>
            </a:r>
          </a:p>
          <a:p>
            <a:pPr marL="0" indent="0">
              <a:spcBef>
                <a:spcPts val="600"/>
              </a:spcBef>
              <a:buFont typeface="Wingdings 3" charset="2"/>
              <a:buNone/>
            </a:pPr>
            <a:r>
              <a:rPr lang="en-US" sz="1200" dirty="0" smtClean="0"/>
              <a:t>Python - Fast API</a:t>
            </a:r>
          </a:p>
        </p:txBody>
      </p:sp>
      <p:sp>
        <p:nvSpPr>
          <p:cNvPr id="7" name="Google Shape;1737;p29"/>
          <p:cNvSpPr txBox="1">
            <a:spLocks/>
          </p:cNvSpPr>
          <p:nvPr/>
        </p:nvSpPr>
        <p:spPr>
          <a:xfrm>
            <a:off x="8495564" y="2364863"/>
            <a:ext cx="2563500" cy="1347600"/>
          </a:xfrm>
          <a:prstGeom prst="rect">
            <a:avLst/>
          </a:prstGeom>
        </p:spPr>
        <p:txBody>
          <a:bodyPr spcFirstLastPara="1" wrap="square" lIns="0" tIns="0" rIns="0" bIns="0" anchor="t" anchorCtr="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600"/>
              </a:spcBef>
              <a:buFont typeface="Wingdings 3" charset="2"/>
              <a:buNone/>
            </a:pPr>
            <a:r>
              <a:rPr lang="en-US" b="1" dirty="0" smtClean="0"/>
              <a:t>Database</a:t>
            </a:r>
          </a:p>
          <a:p>
            <a:pPr marL="0" indent="0">
              <a:spcBef>
                <a:spcPts val="600"/>
              </a:spcBef>
              <a:buNone/>
            </a:pPr>
            <a:r>
              <a:rPr lang="en-US" sz="1200" dirty="0" err="1"/>
              <a:t>postgresql</a:t>
            </a:r>
            <a:endParaRPr lang="en-US" sz="1200" dirty="0" smtClean="0"/>
          </a:p>
          <a:p>
            <a:pPr marL="0" indent="0">
              <a:spcBef>
                <a:spcPts val="600"/>
              </a:spcBef>
              <a:buFont typeface="Wingdings 3" charset="2"/>
              <a:buNone/>
            </a:pPr>
            <a:endParaRPr lang="en-US" sz="1200" dirty="0"/>
          </a:p>
        </p:txBody>
      </p:sp>
    </p:spTree>
    <p:extLst>
      <p:ext uri="{BB962C8B-B14F-4D97-AF65-F5344CB8AC3E}">
        <p14:creationId xmlns:p14="http://schemas.microsoft.com/office/powerpoint/2010/main" val="3441428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Methodology</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9213" y="2494496"/>
            <a:ext cx="8915400" cy="3056458"/>
          </a:xfrm>
        </p:spPr>
      </p:pic>
    </p:spTree>
    <p:extLst>
      <p:ext uri="{BB962C8B-B14F-4D97-AF65-F5344CB8AC3E}">
        <p14:creationId xmlns:p14="http://schemas.microsoft.com/office/powerpoint/2010/main" val="295983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3766" y="888521"/>
            <a:ext cx="8853682" cy="4980197"/>
          </a:xfrm>
        </p:spPr>
      </p:pic>
    </p:spTree>
    <p:extLst>
      <p:ext uri="{BB962C8B-B14F-4D97-AF65-F5344CB8AC3E}">
        <p14:creationId xmlns:p14="http://schemas.microsoft.com/office/powerpoint/2010/main" val="1034903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615" y="1286124"/>
            <a:ext cx="9264770" cy="4323216"/>
          </a:xfrm>
          <a:prstGeom prst="rect">
            <a:avLst/>
          </a:prstGeom>
        </p:spPr>
      </p:pic>
    </p:spTree>
    <p:extLst>
      <p:ext uri="{BB962C8B-B14F-4D97-AF65-F5344CB8AC3E}">
        <p14:creationId xmlns:p14="http://schemas.microsoft.com/office/powerpoint/2010/main" val="92317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Screenshots</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875" y="1718329"/>
            <a:ext cx="8376250" cy="4709341"/>
          </a:xfrm>
          <a:prstGeom prst="rect">
            <a:avLst/>
          </a:prstGeom>
        </p:spPr>
      </p:pic>
    </p:spTree>
    <p:extLst>
      <p:ext uri="{BB962C8B-B14F-4D97-AF65-F5344CB8AC3E}">
        <p14:creationId xmlns:p14="http://schemas.microsoft.com/office/powerpoint/2010/main" val="4169326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755" y="1631574"/>
            <a:ext cx="8830490" cy="4053234"/>
          </a:xfrm>
          <a:prstGeom prst="rect">
            <a:avLst/>
          </a:prstGeom>
        </p:spPr>
      </p:pic>
    </p:spTree>
    <p:extLst>
      <p:ext uri="{BB962C8B-B14F-4D97-AF65-F5344CB8AC3E}">
        <p14:creationId xmlns:p14="http://schemas.microsoft.com/office/powerpoint/2010/main" val="234151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103" y="1389889"/>
            <a:ext cx="9693795" cy="4428205"/>
          </a:xfrm>
          <a:prstGeom prst="rect">
            <a:avLst/>
          </a:prstGeom>
        </p:spPr>
      </p:pic>
    </p:spTree>
    <p:extLst>
      <p:ext uri="{BB962C8B-B14F-4D97-AF65-F5344CB8AC3E}">
        <p14:creationId xmlns:p14="http://schemas.microsoft.com/office/powerpoint/2010/main" val="2579282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793" y="1396872"/>
            <a:ext cx="9432415" cy="4322614"/>
          </a:xfrm>
          <a:prstGeom prst="rect">
            <a:avLst/>
          </a:prstGeom>
        </p:spPr>
      </p:pic>
    </p:spTree>
    <p:extLst>
      <p:ext uri="{BB962C8B-B14F-4D97-AF65-F5344CB8AC3E}">
        <p14:creationId xmlns:p14="http://schemas.microsoft.com/office/powerpoint/2010/main" val="2189936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5624" y="1636035"/>
            <a:ext cx="9700752" cy="4445586"/>
          </a:xfrm>
          <a:prstGeom prst="rect">
            <a:avLst/>
          </a:prstGeom>
        </p:spPr>
      </p:pic>
    </p:spTree>
    <p:extLst>
      <p:ext uri="{BB962C8B-B14F-4D97-AF65-F5344CB8AC3E}">
        <p14:creationId xmlns:p14="http://schemas.microsoft.com/office/powerpoint/2010/main" val="3473921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2460" y="1480760"/>
            <a:ext cx="9627080" cy="4411824"/>
          </a:xfrm>
          <a:prstGeom prst="rect">
            <a:avLst/>
          </a:prstGeom>
        </p:spPr>
      </p:pic>
    </p:spTree>
    <p:extLst>
      <p:ext uri="{BB962C8B-B14F-4D97-AF65-F5344CB8AC3E}">
        <p14:creationId xmlns:p14="http://schemas.microsoft.com/office/powerpoint/2010/main" val="2826736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Thank you</a:t>
            </a:r>
            <a:endParaRPr lang="en-IN" b="1" dirty="0"/>
          </a:p>
        </p:txBody>
      </p:sp>
    </p:spTree>
    <p:extLst>
      <p:ext uri="{BB962C8B-B14F-4D97-AF65-F5344CB8AC3E}">
        <p14:creationId xmlns:p14="http://schemas.microsoft.com/office/powerpoint/2010/main" val="200918129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245</TotalTime>
  <Words>232</Words>
  <Application>Microsoft Office PowerPoint</Application>
  <PresentationFormat>Widescreen</PresentationFormat>
  <Paragraphs>39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Wisp</vt:lpstr>
      <vt:lpstr>Cloud Insights</vt:lpstr>
      <vt:lpstr>Content</vt:lpstr>
      <vt:lpstr>Introduction</vt:lpstr>
      <vt:lpstr>Problem Statement</vt:lpstr>
      <vt:lpstr>Purpose</vt:lpstr>
      <vt:lpstr>Features and Functions </vt:lpstr>
      <vt:lpstr>Tools and Technology</vt:lpstr>
      <vt:lpstr>Methodology</vt:lpstr>
      <vt:lpstr>PowerPoint Presentation</vt:lpstr>
      <vt:lpstr>PowerPoint Presentation</vt:lpstr>
      <vt:lpstr>Screenshots</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Insights</dc:title>
  <dc:creator>NITHIN S V</dc:creator>
  <cp:lastModifiedBy>NITHIN S V</cp:lastModifiedBy>
  <cp:revision>16</cp:revision>
  <dcterms:created xsi:type="dcterms:W3CDTF">2022-04-25T16:38:01Z</dcterms:created>
  <dcterms:modified xsi:type="dcterms:W3CDTF">2022-06-02T16:51:46Z</dcterms:modified>
</cp:coreProperties>
</file>